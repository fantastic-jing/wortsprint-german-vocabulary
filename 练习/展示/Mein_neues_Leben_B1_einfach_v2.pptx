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2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7656-22C2-ECFF-9561-4643F5BB8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C9B9E-8EAA-8C1E-2A10-4B9A5E26E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D342B-1645-7542-E139-3DD7257D4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E112C-DEB0-985C-3F6A-3D84B774980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294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40C65F-E5D6-4268-BF17-5255713A047A}"/>
              </a:ext>
            </a:extLst>
          </p:cNvPr>
          <p:cNvSpPr>
            <a:spLocks noGrp="1"/>
          </p:cNvSpPr>
          <p:nvPr/>
        </p:nvSpPr>
        <p:spPr>
          <a:xfrm>
            <a:off x="904875" y="171450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Mein </a:t>
            </a:r>
            <a:r>
              <a:rPr sz="40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neues</a:t>
            </a:r>
            <a:r>
              <a:rPr sz="4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Leben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D774B7-05F4-4568-8B5C-F54E7EDDFDC9}"/>
              </a:ext>
            </a:extLst>
          </p:cNvPr>
          <p:cNvSpPr>
            <a:spLocks noGrp="1"/>
          </p:cNvSpPr>
          <p:nvPr/>
        </p:nvSpPr>
        <p:spPr>
          <a:xfrm>
            <a:off x="904875" y="44767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Name: </a:t>
            </a:r>
            <a:r>
              <a:rPr lang="en-US" altLang="zh-CN" sz="18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Jing Wen</a:t>
            </a:r>
            <a:endParaRPr sz="18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A25ADBB-B52E-3755-AA7A-9A1B0A5E7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472" y="897442"/>
            <a:ext cx="3600000" cy="48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42045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8373ADD-7273-48C6-80B1-EE545D270E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7DB4CF"/>
          </a:solidFill>
          <a:ln w="0">
            <a:solidFill>
              <a:srgbClr val="7DB4CF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31FA3F-15BE-4C37-B5F1-62A7413EFACC}"/>
              </a:ext>
            </a:extLst>
          </p:cNvPr>
          <p:cNvSpPr>
            <a:spLocks noGrp="1"/>
          </p:cNvSpPr>
          <p:nvPr/>
        </p:nvSpPr>
        <p:spPr>
          <a:xfrm>
            <a:off x="714375" y="571500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Meine Wohnung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C02B38-F581-467B-8B4E-A4778F228098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5429250" cy="2667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Ich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wohne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in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einem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Einfamilienhaus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in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einer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3</a:t>
            </a:r>
            <a:r>
              <a:rPr lang="en-US"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er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-WG.</a:t>
            </a:r>
          </a:p>
          <a:p>
            <a:endParaRPr sz="2025" b="0" dirty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Ich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zahle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495 Euro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Miete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im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Monat.</a:t>
            </a:r>
          </a:p>
          <a:p>
            <a:endParaRPr sz="2025" b="0" dirty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Das Haus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liegt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im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Süden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von Darmstadt. Um das Haus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herum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gibt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es Wald. Dort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ist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es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sehr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ruhig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2025" b="0" dirty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lang="en-US"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Aber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wohne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lang="de-DE" altLang="zh-CN" sz="2025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Ich </a:t>
            </a:r>
            <a:r>
              <a:rPr sz="2025" b="0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dort</a:t>
            </a:r>
            <a:r>
              <a:rPr sz="2025" b="0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nicht oft.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585F86-4A96-458A-8CCB-5F0944366FF8}"/>
              </a:ext>
            </a:extLst>
          </p:cNvPr>
          <p:cNvSpPr>
            <a:spLocks noGrp="1"/>
          </p:cNvSpPr>
          <p:nvPr/>
        </p:nvSpPr>
        <p:spPr>
          <a:xfrm>
            <a:off x="7715250" y="3048000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C6770"/>
                </a:solidFill>
                <a:latin typeface="Arial"/>
                <a:ea typeface="Arial"/>
                <a:cs typeface="Arial"/>
              </a:rPr>
              <a:t>BILD HIER EINFÜGEN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D70BD4-51AA-4F53-8C87-C122A9BEE305}"/>
              </a:ext>
            </a:extLst>
          </p:cNvPr>
          <p:cNvSpPr>
            <a:spLocks noGrp="1"/>
          </p:cNvSpPr>
          <p:nvPr/>
        </p:nvSpPr>
        <p:spPr>
          <a:xfrm>
            <a:off x="7715250" y="347662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Haus und Wald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67B644-498D-417A-8978-AA2AFF448C44}"/>
              </a:ext>
            </a:extLst>
          </p:cNvPr>
          <p:cNvSpPr>
            <a:spLocks noGrp="1"/>
          </p:cNvSpPr>
          <p:nvPr/>
        </p:nvSpPr>
        <p:spPr>
          <a:xfrm>
            <a:off x="714375" y="6286500"/>
            <a:ext cx="3810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Mein neues Leben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D4F9071-7513-F842-D67A-FD1D20CEF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250" y="904875"/>
            <a:ext cx="3600000" cy="48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81866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0853756-B040-4882-A032-B50F65E3E6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E1A24A"/>
          </a:solidFill>
          <a:ln w="0">
            <a:solidFill>
              <a:srgbClr val="E1A24A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3DC188-6CD5-4011-93C6-2390A0AC56A5}"/>
              </a:ext>
            </a:extLst>
          </p:cNvPr>
          <p:cNvSpPr>
            <a:spLocks noGrp="1"/>
          </p:cNvSpPr>
          <p:nvPr/>
        </p:nvSpPr>
        <p:spPr>
          <a:xfrm>
            <a:off x="714375" y="571500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Meine Arbeit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7DCAFD-96E5-4A43-B007-6721A6F42371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5429250" cy="2667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Ich mache gerade ein Praktikum bei einer Firma. Wir testen Elektroautos.</a:t>
            </a:r>
          </a:p>
          <a:p>
            <a:endParaRPr sz="2025" b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Ich arbeite 40 Stunden pro Woche als Testingenieur.</a:t>
            </a:r>
          </a:p>
          <a:p>
            <a:endParaRPr sz="2025" b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Ich fahre mit den Testautos durch Europa und sammle Daten. Deshalb bin ich oft auf europäischen Autobahnen unterwegs.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7A1FDD-2622-4353-BAAB-679108AE27B3}"/>
              </a:ext>
            </a:extLst>
          </p:cNvPr>
          <p:cNvSpPr>
            <a:spLocks noGrp="1"/>
          </p:cNvSpPr>
          <p:nvPr/>
        </p:nvSpPr>
        <p:spPr>
          <a:xfrm>
            <a:off x="7715250" y="3048000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C6770"/>
                </a:solidFill>
                <a:latin typeface="Arial"/>
                <a:ea typeface="Arial"/>
                <a:cs typeface="Arial"/>
              </a:rPr>
              <a:t>BILD HIER EINFÜGEN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5EDC7E-C0D9-4F06-B9DC-DAE4E01E9A54}"/>
              </a:ext>
            </a:extLst>
          </p:cNvPr>
          <p:cNvSpPr>
            <a:spLocks noGrp="1"/>
          </p:cNvSpPr>
          <p:nvPr/>
        </p:nvSpPr>
        <p:spPr>
          <a:xfrm>
            <a:off x="7715250" y="347662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Elektroauto oder Testfahrt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75077D-D2DA-4A78-A87B-CB31E6581173}"/>
              </a:ext>
            </a:extLst>
          </p:cNvPr>
          <p:cNvSpPr>
            <a:spLocks noGrp="1"/>
          </p:cNvSpPr>
          <p:nvPr/>
        </p:nvSpPr>
        <p:spPr>
          <a:xfrm>
            <a:off x="714375" y="6286500"/>
            <a:ext cx="3810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Mein neues Leben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C6BA5E1-0934-F085-C7F7-3F9A5E140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250" y="620209"/>
            <a:ext cx="3600000" cy="27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5C8D29-4B38-4F1B-C907-C9DE0B09BE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250" y="3429000"/>
            <a:ext cx="3600000" cy="27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11744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0EE5065-1179-44D5-A532-83689DADB1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78A96B"/>
          </a:solidFill>
          <a:ln w="0">
            <a:solidFill>
              <a:srgbClr val="78A96B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67AA91-50E5-4F0C-A2F3-92B9987E3B24}"/>
              </a:ext>
            </a:extLst>
          </p:cNvPr>
          <p:cNvSpPr>
            <a:spLocks noGrp="1"/>
          </p:cNvSpPr>
          <p:nvPr/>
        </p:nvSpPr>
        <p:spPr>
          <a:xfrm>
            <a:off x="714375" y="571500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Mein Einkauf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109445-E95D-4BF0-998F-E6D53838210F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5429250" cy="2667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Meistens übernachte ich in einem Hotel mit einer kleinen Küche.</a:t>
            </a:r>
          </a:p>
          <a:p>
            <a:endParaRPr sz="2025" b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Ich kaufe Fleisch, Gemüse, Obst und Getränke und koche selbst.</a:t>
            </a:r>
          </a:p>
          <a:p>
            <a:endParaRPr sz="2025" b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Restaurants sind sehr teuer. Wenn ich selbst einkaufe und koche, brauche ich pro Tag weniger als 10 Euro.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87A20C-A759-41CB-94DD-61BFF133AF04}"/>
              </a:ext>
            </a:extLst>
          </p:cNvPr>
          <p:cNvSpPr>
            <a:spLocks noGrp="1"/>
          </p:cNvSpPr>
          <p:nvPr/>
        </p:nvSpPr>
        <p:spPr>
          <a:xfrm>
            <a:off x="7715250" y="3048000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C6770"/>
                </a:solidFill>
                <a:latin typeface="Arial"/>
                <a:ea typeface="Arial"/>
                <a:cs typeface="Arial"/>
              </a:rPr>
              <a:t>BILD HIER EINFÜGEN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E575C2-E211-411D-8B29-ADCE43AAB527}"/>
              </a:ext>
            </a:extLst>
          </p:cNvPr>
          <p:cNvSpPr>
            <a:spLocks noGrp="1"/>
          </p:cNvSpPr>
          <p:nvPr/>
        </p:nvSpPr>
        <p:spPr>
          <a:xfrm>
            <a:off x="714375" y="6286500"/>
            <a:ext cx="3810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Mein neues Leben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52EDD9A-6605-F2B7-625D-9EE87442E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250" y="729000"/>
            <a:ext cx="3600000" cy="27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DA96EFD-1529-789C-2DE7-22E3BF7F70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250" y="3586500"/>
            <a:ext cx="3600000" cy="27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9110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3775066-503F-4176-93E9-E0EFF69C6C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B9799A"/>
          </a:solidFill>
          <a:ln w="0">
            <a:solidFill>
              <a:srgbClr val="B9799A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6491B3-42D5-4ADE-A982-C8F9ECB41276}"/>
              </a:ext>
            </a:extLst>
          </p:cNvPr>
          <p:cNvSpPr>
            <a:spLocks noGrp="1"/>
          </p:cNvSpPr>
          <p:nvPr/>
        </p:nvSpPr>
        <p:spPr>
          <a:xfrm>
            <a:off x="714375" y="571500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Meine neuen Freunde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C29703-D9B1-4827-87AA-7FD03C26C831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5429250" cy="2667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Mein Kollege ist der Fahrer des Testautos. Wir arbeiten seit einem Monat zusammen.</a:t>
            </a:r>
          </a:p>
          <a:p>
            <a:endParaRPr sz="2025" b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Er ist ein guter Freund geworden. Oft plane ich unsere Route. Er fährt das Auto.</a:t>
            </a:r>
          </a:p>
          <a:p>
            <a:endParaRPr sz="2025" b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Wir fahren durch viele Länder und besuchen bekannte Orte.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AD02DE-623B-423E-8FD5-9C77E292DD97}"/>
              </a:ext>
            </a:extLst>
          </p:cNvPr>
          <p:cNvSpPr>
            <a:spLocks noGrp="1"/>
          </p:cNvSpPr>
          <p:nvPr/>
        </p:nvSpPr>
        <p:spPr>
          <a:xfrm>
            <a:off x="7715250" y="3048000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C6770"/>
                </a:solidFill>
                <a:latin typeface="Arial"/>
                <a:ea typeface="Arial"/>
                <a:cs typeface="Arial"/>
              </a:rPr>
              <a:t>BILD HIER EINFÜGEN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701DDB-BDDB-477B-9475-6BABDB16A183}"/>
              </a:ext>
            </a:extLst>
          </p:cNvPr>
          <p:cNvSpPr>
            <a:spLocks noGrp="1"/>
          </p:cNvSpPr>
          <p:nvPr/>
        </p:nvSpPr>
        <p:spPr>
          <a:xfrm>
            <a:off x="714375" y="6286500"/>
            <a:ext cx="3810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Mein neues Leben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19CFC1A-696E-6F66-0588-05AF6B1DE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250" y="729000"/>
            <a:ext cx="3600000" cy="27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2501E0D-D8BF-55EE-B247-07922336D5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250" y="3536786"/>
            <a:ext cx="3600000" cy="27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88585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89582-1AE6-5CB2-2DA1-1178ACC5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FBAA701-F169-357D-F5B1-C7CB670D1773}"/>
              </a:ext>
            </a:extLst>
          </p:cNvPr>
          <p:cNvSpPr>
            <a:spLocks noGrp="1"/>
          </p:cNvSpPr>
          <p:nvPr/>
        </p:nvSpPr>
        <p:spPr>
          <a:xfrm>
            <a:off x="587222" y="1617788"/>
            <a:ext cx="10382250" cy="3002337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de-DE" sz="4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Das ist mein neues Leben</a:t>
            </a:r>
          </a:p>
          <a:p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de-DE" sz="40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de-DE" sz="4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Immer unterwegs.</a:t>
            </a:r>
          </a:p>
          <a:p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40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A884DF-416F-907D-F403-FADE960EE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018" y="1029000"/>
            <a:ext cx="3600000" cy="48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728717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9</TotalTime>
  <Words>232</Words>
  <Application>Microsoft Office PowerPoint</Application>
  <DocSecurity>0</DocSecurity>
  <PresentationFormat>宽屏</PresentationFormat>
  <Paragraphs>41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Aptos</vt:lpstr>
      <vt:lpstr>Arial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 W</cp:lastModifiedBy>
  <cp:revision>2</cp:revision>
  <dcterms:created xsi:type="dcterms:W3CDTF">2026-09-27T18:26:13Z</dcterms:created>
  <dcterms:modified xsi:type="dcterms:W3CDTF">2026-09-27T19:29:00Z</dcterms:modified>
</cp:coreProperties>
</file>